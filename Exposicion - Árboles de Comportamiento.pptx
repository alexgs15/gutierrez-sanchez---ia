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10" Type="http://schemas.openxmlformats.org/officeDocument/2006/relationships/image" Target="../media/image32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13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39451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INTELIGENCIA ARTIFICIAL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794569"/>
            <a:ext cx="1160145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Árboles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Comportamiento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3771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Arquitectura escalable para la toma de decisiones en NPCs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31108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Game AI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Behavior Trees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584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743075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¿Por qué dejamos de usar Máquinas de Estados Finitos (FSM)?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6584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826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896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14400" y="2798266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Explosión Combinatoria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255466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una FSM, cada nuevo estado debe conectarse con todos los anteriores. Con 10 estados, las transiciones se vuelven inmanejables ($N^2$).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4588966"/>
            <a:ext cx="1895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Código "Espagueti"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5046166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lógica se enreda. Modificar un comportamiento (ej. "Atacar") puede romper otros (ej. "Patrullar") inesperadamente.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Problema de la Complejidad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3355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19412"/>
            <a:ext cx="52863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334125" y="20240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un modelo matemático de ejecución de planes usado en robótica y videojuegos.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667500" y="321468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"Un árbol dirigido donde los nodos internos controlan el flujo y las hojas ejecutan acciones."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05600" y="4405312"/>
            <a:ext cx="491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Jerárquico: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Divide tareas complejas en subtareas simples.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05600" y="5205412"/>
            <a:ext cx="491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Dinámico: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recorre (Tick) frecuentemente para adaptarse a cambios.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4434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52435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¿Qué es un Behavior Tree?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23700" y="676275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349240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809750"/>
            <a:ext cx="3492549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809750"/>
            <a:ext cx="349240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1050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66775" y="28670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Compuestos (Flujo)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3429000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Controlan qué rama seguir.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1050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644925" y="28670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Hojas (Ejecución)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4925" y="34290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Realizan el trabajo real.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225" y="21050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423225" y="28670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Decoradores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23225" y="3429000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Modifican un solo nodo hijo.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125" y="22574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43000" y="4019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247775" y="4019550"/>
            <a:ext cx="252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Selector (?):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Ejecuta el primer hijo exitoso (OR).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4629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247775" y="4629150"/>
            <a:ext cx="2520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Secuencia (-&gt;):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Ejecuta todos en orden hasta que uno falle (AND).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97325" y="22574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4921150" y="4019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025925" y="4019550"/>
            <a:ext cx="2520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"¿Veo al enemigo?" (Retorna Verdadero/Falso).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921150" y="4933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025925" y="4933950"/>
            <a:ext cx="2520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"Disparar", "Moverse".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6575" y="22574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8699450" y="4019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804225" y="4019550"/>
            <a:ext cx="252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Inversor: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Convierte Éxito en Fallo (NOT).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699450" y="4629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804225" y="4629150"/>
            <a:ext cx="252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Repetidor: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Ejecuta el hijo N veces (Loop).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de Nodos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9530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5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5687"/>
            <a:ext cx="52863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27955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diferencia del código lineal, el BT se evalúa constantemente mediante una señal llamada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Tick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334125" y="19145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Estados de Retorno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3786187"/>
            <a:ext cx="4905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Tick(nodo)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  estado = nodo.Execute();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  </a:t>
            </a:r>
            <a:r>
              <a:rPr b="0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estado;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9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00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781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705600" y="241935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SUCCESS (Éxito)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05600" y="2876550"/>
            <a:ext cx="337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tarea se completó correctamente.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705600" y="36004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FAILURE (Fallo)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05600" y="4057650"/>
            <a:ext cx="467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tarea no pudo realizarse (ej. camino bloqueado).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705600" y="4781550"/>
            <a:ext cx="341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RUNNING (En </a:t>
            </a: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Proceso)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728225" y="5238750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tarea requiere tiempo (ej. animación de caminar).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Flujo de Ejecución: El "Tick"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43355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415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6334125" y="1241875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Aunque suelen diseñarse a mano, el artículo destaca tres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modelos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entrenar BTs: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205471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33959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8554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058025" y="2054713"/>
            <a:ext cx="204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Algoritmos Genéticos</a:t>
            </a:r>
            <a:endParaRPr sz="1200"/>
          </a:p>
        </p:txBody>
      </p:sp>
      <p:sp>
        <p:nvSpPr>
          <p:cNvPr id="185" name="Google Shape;185;p18"/>
          <p:cNvSpPr txBox="1"/>
          <p:nvPr/>
        </p:nvSpPr>
        <p:spPr>
          <a:xfrm>
            <a:off x="7058025" y="2511913"/>
            <a:ext cx="4562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Evolución. Se crea una población de árboles aleatorios. Los que ganan partidas se "cruzan" para crear mejores árboles (Usado en </a:t>
            </a:r>
            <a:r>
              <a:rPr b="0" i="1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DEFCON</a:t>
            </a:r>
            <a:r>
              <a:rPr b="0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/>
          </a:p>
        </p:txBody>
      </p:sp>
      <p:sp>
        <p:nvSpPr>
          <p:cNvPr id="186" name="Google Shape;186;p18"/>
          <p:cNvSpPr txBox="1"/>
          <p:nvPr/>
        </p:nvSpPr>
        <p:spPr>
          <a:xfrm>
            <a:off x="7143750" y="3395975"/>
            <a:ext cx="212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Q-Learning (Refuerzo)</a:t>
            </a:r>
            <a:endParaRPr sz="1200"/>
          </a:p>
        </p:txBody>
      </p:sp>
      <p:sp>
        <p:nvSpPr>
          <p:cNvPr id="187" name="Google Shape;187;p18"/>
          <p:cNvSpPr txBox="1"/>
          <p:nvPr/>
        </p:nvSpPr>
        <p:spPr>
          <a:xfrm>
            <a:off x="7143750" y="3853175"/>
            <a:ext cx="4476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Optimización. Los nodos aprenden una "tabla de valores". Si una acción da buenos resultados, aumenta su probabilidad de ser elegida en el futuro.</a:t>
            </a:r>
            <a:endParaRPr sz="1200"/>
          </a:p>
        </p:txBody>
      </p:sp>
      <p:sp>
        <p:nvSpPr>
          <p:cNvPr id="188" name="Google Shape;188;p18"/>
          <p:cNvSpPr txBox="1"/>
          <p:nvPr/>
        </p:nvSpPr>
        <p:spPr>
          <a:xfrm>
            <a:off x="7115175" y="4855475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Aprendizaje por Observación</a:t>
            </a:r>
            <a:endParaRPr sz="1200"/>
          </a:p>
        </p:txBody>
      </p:sp>
      <p:sp>
        <p:nvSpPr>
          <p:cNvPr id="189" name="Google Shape;189;p18"/>
          <p:cNvSpPr txBox="1"/>
          <p:nvPr/>
        </p:nvSpPr>
        <p:spPr>
          <a:xfrm>
            <a:off x="7129425" y="5194425"/>
            <a:ext cx="4505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Imitación. La IA graba las acciones de un jugador humano y construye automáticamente un árbol que replica esa estrategia.</a:t>
            </a:r>
            <a:endParaRPr sz="1200"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Generación y Aprendizaje Automático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4340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3600"/>
            <a:ext cx="53340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33600"/>
            <a:ext cx="533400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962025" y="2524125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62025" y="3400425"/>
            <a:ext cx="455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Modularidad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62025" y="3867150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Puedes crear un sub-árbol llamado "Abrir Puerta" y reutilizarlo en cualquier personaje (Soldado, Alien, Civil) sin copiar código. Es como usar piezas de LEGO.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677025" y="2524125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77025" y="3400425"/>
            <a:ext cx="4552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Escalabilidad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77025" y="3867150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Permite diseñar comportamientos muy complejos simplemente anidando sub-árboles. Es fácil de leer visualmente para los diseñadores, a diferencia del código puro.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Ventajas Clave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44340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907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1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942975" y="2090737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Coste de CPU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42975" y="2547937"/>
            <a:ext cx="491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Como el árbol se recorre desde la raíz en cada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frame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árboles muy grandes pueden consumir muchos recursos.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42975" y="3881437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 Memoria (Stateless)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42975" y="4338637"/>
            <a:ext cx="491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 nodos no recuerdan el pasado por sí mismos. Necesitan un sistema externo llamado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Blackboard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guardar variables (ej. "¿Dónde vi al jugador por última vez?").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Desventajas y Retos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33550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125" y="1819275"/>
            <a:ext cx="3492549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650" y="1819275"/>
            <a:ext cx="3492549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819275"/>
            <a:ext cx="34924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4925" y="2114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4644925" y="28765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Spore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644925" y="34385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Maxis utilizó esta tecnología para manejar las animaciones y conductas de miles de criaturas generadas por usuarios.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3225" y="2114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8423225" y="287655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Motores Actuales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423225" y="3438525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Unreal Engine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Unity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(Visual Scripting) tienen sistemas nativos de Behavior Trees, siendo el estándar actual en AAA.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96900" y="2942225"/>
            <a:ext cx="3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Halo 2 &amp; 3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96900" y="3408950"/>
            <a:ext cx="3111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Revolucionaron la IA enemiga. El "Covenant" usa BTs para coordinar ataques en grupo y cubrirse dinámicamente.</a:t>
            </a:r>
            <a:endParaRPr/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3988" y="226695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56575" y="22669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Éxito en la Industria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403975" y="623888"/>
            <a:ext cx="76200" cy="4572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738" y="2266950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